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74d941f6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974d941f6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74d941f6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74d941f6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74d941f6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74d941f6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4d941f6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74d941f6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74d941f6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74d941f6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74d941f6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74d941f6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74d941f6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74d941f6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74d941f6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74d941f6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74d941f6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74d941f6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4d941f6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74d941f6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74d941f6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74d941f6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74d941f6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74d941f6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71389c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771389c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74d941f6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74d941f6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